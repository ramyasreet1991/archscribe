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731520"/>
            <a:ext cx="219456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143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DevAccelerator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Supercharge Developer Productivity with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LLM Suite + Enhanced Prompts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1965960" cy="384048"/>
          </a:xfrm>
          <a:prstGeom prst="roundRect">
            <a:avLst>
              <a:gd name="adj" fmla="val 35714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8803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2880360"/>
            <a:ext cx="1965960" cy="384048"/>
          </a:xfrm>
          <a:prstGeom prst="roundRect">
            <a:avLst>
              <a:gd name="adj" fmla="val 35714"/>
            </a:avLst>
          </a:prstGeom>
          <a:solidFill>
            <a:srgbClr val="06D6A0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34640" y="28803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2880360"/>
            <a:ext cx="1965960" cy="384048"/>
          </a:xfrm>
          <a:prstGeom prst="roundRect">
            <a:avLst>
              <a:gd name="adj" fmla="val 35714"/>
            </a:avLst>
          </a:prstGeom>
          <a:solidFill>
            <a:srgbClr val="FFD166">
              <a:alpha val="8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8803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Prompts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Morgan Chase &amp; Co.  |  Technology Innovation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Developer Productivity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slowing us down every day?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926080" cy="2377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 time spent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repetitive 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McKinsey Developer Productivity Study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898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4340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&amp; Scaffolding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1581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hours per new service setup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9842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1920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43400" y="2176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min per PR, inconsistent quality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5786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4340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343400" y="27706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or outdated, knowledge silos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17296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43400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343400" y="3364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 daily on standups &amp; EODs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00B4D8">
              <a:alpha val="9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4164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effective LLM prompts every time is itself overhead — developers need a system, not ad-hoc queries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DevAccelerator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context-aware prompt library that turns hours into seconds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suggestions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completions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coding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371600"/>
            <a:ext cx="2606040" cy="21945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Prompts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57600" y="2560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Thunderhead prompt engine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Auto-structures queries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reasoning chains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371600"/>
            <a:ext cx="2606040" cy="219456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554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Suite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537960" y="25603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tasks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&amp; audits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generation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240280"/>
            <a:ext cx="320040" cy="32004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240280"/>
            <a:ext cx="320040" cy="32004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selects task → Context auto-injected (git, code, JIRA) → Prompt enhanced with reasoning chains → Routed to optimal LLM → Formatted output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Enhancement: Before &amp; After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Thunderhead transforms basic queries into structured, high-quality prompts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3886200" cy="4114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Raw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 my code for bugs"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about the codebase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 framework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format specified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— LLM gives generic response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3886200" cy="411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325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Enhanced 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 (Senior Reviewer)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+ repo context injected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P0-P3 severity framework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security checklist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format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 for each finding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recommendation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3x more actionable findings  |  Consistent severity ranking  |  Zero prompt crafting effort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Developer's Day with DevAccelerator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27432" cy="3566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1143000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1097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9:00 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Standup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git commits &amp; JIRA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0972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097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0" y="10698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11247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71016" y="1737360"/>
            <a:ext cx="228600" cy="2286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" y="1691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9:30 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 Scaffold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Kickstart → Full project structure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169164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6D6A0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LLM Suite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16642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8388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71016" y="2331720"/>
            <a:ext cx="228600" cy="22860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" y="2286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 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Business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91640" y="2496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inline suggestions as you code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28600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48CAE4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23760" y="2258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 min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2313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71016" y="2926080"/>
            <a:ext cx="228600" cy="228600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" y="28803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 PM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91640" y="3090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 review with severity ranking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288036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4845F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28529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83880" y="29077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71016" y="3520440"/>
            <a:ext cx="228600" cy="22860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" y="3474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3:30 PM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916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 from function signatures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0" y="347472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FFD166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3447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min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83880" y="35021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271016" y="4114800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" y="4069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 PM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9164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Report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69164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Auto-compiled from day's git activity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03520" y="4069080"/>
            <a:ext cx="1645920" cy="274320"/>
          </a:xfrm>
          <a:prstGeom prst="roundRect">
            <a:avLst>
              <a:gd name="adj" fmla="val 33333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23760" y="40416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min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83880" y="4096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" y="4663440"/>
            <a:ext cx="8046720" cy="41148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727448"/>
            <a:ext cx="256032" cy="25603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737360" y="466344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Daily Time Saved: ~4.5 hours per developer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 Battle-Tested Prompt Templates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for real engineering workflows — not generic ChatGPT queries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64008" cy="14630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Scaffolding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06040" y="1371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Kickstart, Microservice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Bootstrap, Data Pipeline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280160"/>
            <a:ext cx="64008" cy="146304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1371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1188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Generator, Refactorer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Optimizer, Error Hardener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28016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280160"/>
            <a:ext cx="64008" cy="1463040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75320" y="1371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46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Review, Security Audit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Mapper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2971800"/>
            <a:ext cx="64008" cy="14630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60604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7724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Standup, EOD Report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Actions, Sprint Retro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8328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83280" y="2971800"/>
            <a:ext cx="64008" cy="1463040"/>
          </a:xfrm>
          <a:prstGeom prst="rect">
            <a:avLst/>
          </a:prstGeom>
          <a:solidFill>
            <a:srgbClr val="48CAE4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10896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7764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544068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361188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Docs, ADR Writer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Creator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17920" y="29718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17920" y="2971800"/>
            <a:ext cx="64008" cy="1463040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108960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1228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275320" y="3063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446520" y="35204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Manifests, Dockerfile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Pipeline, Post-Mortem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Demo: 5-Minute Full Dev Cycle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Prompt Palette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Cmd+Shift+A → categorized library with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1161288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11612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Kickstart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→ full project + Docker + README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911096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9110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8712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function → comprehensive test suite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660904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6609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328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36210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git diff → P0-P3 severity findings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3410712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4107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12394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Report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43708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+ PRs → formatted Slack message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416052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6576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POC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256032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34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4.5h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75488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Developer/Day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19659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6916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84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6949440" y="23317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772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CAE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at Scale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772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developers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65176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4.5 hrs/day × 250 days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112,500 hrs/year saved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$75/hr avg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26517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02920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$8.4M annual value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78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 |  CLI Tool  |  Prompt Palette  |  Context Collector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27432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2880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64008" cy="6400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Templates  |  Handlebars Compiler  |  Thunderhead Enhancer  |  Variable Injection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468880"/>
            <a:ext cx="27432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0604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06040"/>
            <a:ext cx="64008" cy="6400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→ Inline Code  |  LLM Suite → Complex Reasoning  |  Dual-LLM Strategy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34640" y="3246120"/>
            <a:ext cx="27432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38328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83280"/>
            <a:ext cx="64008" cy="6400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Hooks  |  JIRA/Slack Webhooks  |  CI/CD Triggers  |  Metrics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051560"/>
            <a:ext cx="2834640" cy="3611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600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1947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22951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22951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Handlebars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6426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2642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simple-git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2990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Thunderhead Engine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337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 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685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3685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032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69480" y="40325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DevAccelerator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crafting prompts. Start shipping code.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3154680"/>
            <a:ext cx="228600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3375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hrs saved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dev/day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566160" y="3154680"/>
            <a:ext cx="228600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3375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production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217920" y="3154680"/>
            <a:ext cx="228600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375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0" y="3246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Auto-enhanced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Thunderhead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DevAccelerator: Copilot + LLM Suite + Enhanced Prompts</dc:title>
  <dc:subject>PptxGenJS Presentation</dc:subject>
  <dc:creator>Ramya - JPMC</dc:creator>
  <cp:lastModifiedBy>Ramya - JPMC</cp:lastModifiedBy>
  <cp:revision>1</cp:revision>
  <dcterms:created xsi:type="dcterms:W3CDTF">2026-04-16T03:33:54Z</dcterms:created>
  <dcterms:modified xsi:type="dcterms:W3CDTF">2026-04-16T03:33:54Z</dcterms:modified>
</cp:coreProperties>
</file>